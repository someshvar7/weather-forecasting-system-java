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529" r:id="rId3"/>
    <p:sldId id="495" r:id="rId4"/>
    <p:sldId id="535" r:id="rId5"/>
    <p:sldId id="514" r:id="rId6"/>
    <p:sldId id="515" r:id="rId7"/>
    <p:sldId id="516" r:id="rId8"/>
    <p:sldId id="517" r:id="rId9"/>
    <p:sldId id="530" r:id="rId10"/>
    <p:sldId id="532" r:id="rId11"/>
    <p:sldId id="534" r:id="rId12"/>
    <p:sldId id="528" r:id="rId13"/>
  </p:sldIdLst>
  <p:sldSz cx="9144000" cy="5143500" type="screen16x9"/>
  <p:notesSz cx="6797675" cy="992632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A9ACEF"/>
    <a:srgbClr val="0000CC"/>
    <a:srgbClr val="A50021"/>
    <a:srgbClr val="6633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0" autoAdjust="0"/>
    <p:restoredTop sz="87621" autoAdjust="0"/>
  </p:normalViewPr>
  <p:slideViewPr>
    <p:cSldViewPr showGuides="1">
      <p:cViewPr varScale="1">
        <p:scale>
          <a:sx n="95" d="100"/>
          <a:sy n="95" d="100"/>
        </p:scale>
        <p:origin x="974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14FDCBBC-8C6D-4B91-8E0F-7F7539A60517}" type="datetimeFigureOut">
              <a:rPr lang="en-US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/>
          <a:lstStyle>
            <a:lvl1pPr algn="r" eaLnBrk="1" hangingPunct="1">
              <a:defRPr sz="13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952E2ED-3A02-491C-A9B8-DFEE216EB3A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061F6FC2-9645-479A-A309-27B8F5654211}" type="datetimeFigureOut">
              <a:rPr lang="en-US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71" tIns="47786" rIns="95571" bIns="47786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5638"/>
          </a:xfrm>
          <a:prstGeom prst="rect">
            <a:avLst/>
          </a:prstGeom>
        </p:spPr>
        <p:txBody>
          <a:bodyPr vert="horz" lIns="95571" tIns="47786" rIns="95571" bIns="4778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</p:spPr>
        <p:txBody>
          <a:bodyPr vert="horz" lIns="95571" tIns="47786" rIns="95571" bIns="47786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</p:spPr>
        <p:txBody>
          <a:bodyPr vert="horz" wrap="square" lIns="95571" tIns="47786" rIns="95571" bIns="47786" numCol="1" anchor="b" anchorCtr="0" compatLnSpc="1"/>
          <a:lstStyle>
            <a:lvl1pPr algn="r" eaLnBrk="1" hangingPunct="1">
              <a:defRPr sz="13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2D8CC3F-ADB2-4AF7-880C-111F7E6C7FE6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2914650"/>
            <a:ext cx="6858000" cy="74295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3843338"/>
            <a:ext cx="6858000" cy="40005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4766310"/>
            <a:ext cx="22860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EDD62464-91D3-48B5-AF18-AC74D9BF9633}" type="datetime3">
              <a:rPr lang="en-US" smtClean="0"/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4766310"/>
            <a:ext cx="3474720" cy="274320"/>
          </a:xfrm>
        </p:spPr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4766310"/>
            <a:ext cx="1219200" cy="274320"/>
          </a:xfrm>
        </p:spPr>
        <p:txBody>
          <a:bodyPr/>
          <a:lstStyle/>
          <a:p>
            <a:pPr>
              <a:defRPr/>
            </a:pPr>
            <a:fld id="{C0A8E10E-36D1-42AB-939C-34BEB33CD9E4}" type="slidenum">
              <a:rPr lang="en-US" altLang="en-US" smtClean="0"/>
            </a:fld>
            <a:endParaRPr lang="en-US" altLang="en-US"/>
          </a:p>
        </p:txBody>
      </p:sp>
      <p:sp>
        <p:nvSpPr>
          <p:cNvPr id="21" name="Rectangle 20"/>
          <p:cNvSpPr/>
          <p:nvPr/>
        </p:nvSpPr>
        <p:spPr>
          <a:xfrm>
            <a:off x="904875" y="2736056"/>
            <a:ext cx="7315200" cy="96012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3786188"/>
            <a:ext cx="7315200" cy="51435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2736056"/>
            <a:ext cx="228600" cy="96012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3786188"/>
            <a:ext cx="228600" cy="51435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A9C998-94AD-4592-8E0C-5C5705351BB2}" type="datetime3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</a:fld>
            <a:endParaRPr lang="en-US" alt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228850"/>
            <a:ext cx="6858000" cy="8001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3200400"/>
            <a:ext cx="6781800" cy="85725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4766310"/>
            <a:ext cx="2286000" cy="274320"/>
          </a:xfrm>
        </p:spPr>
        <p:txBody>
          <a:bodyPr/>
          <a:lstStyle/>
          <a:p>
            <a:pPr>
              <a:defRPr/>
            </a:pPr>
            <a:fld id="{E8339EB3-ACA5-47FD-8BD1-3F380C79EF14}" type="datetime3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4766310"/>
            <a:ext cx="3474720" cy="274320"/>
          </a:xfrm>
        </p:spPr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4766310"/>
            <a:ext cx="1520952" cy="274320"/>
          </a:xfrm>
        </p:spPr>
        <p:txBody>
          <a:bodyPr/>
          <a:lstStyle/>
          <a:p>
            <a:pPr>
              <a:defRPr/>
            </a:pPr>
            <a:fld id="{BEE0AD74-942B-45F6-8EEE-203197083F56}" type="slidenum">
              <a:rPr lang="en-US" altLang="en-US" smtClean="0"/>
            </a:fld>
            <a:endParaRPr lang="en-US" altLang="en-US"/>
          </a:p>
        </p:txBody>
      </p:sp>
      <p:sp>
        <p:nvSpPr>
          <p:cNvPr id="7" name="Rectangle 6"/>
          <p:cNvSpPr/>
          <p:nvPr/>
        </p:nvSpPr>
        <p:spPr>
          <a:xfrm>
            <a:off x="914400" y="2114550"/>
            <a:ext cx="7315200" cy="96012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114550"/>
            <a:ext cx="228600" cy="96012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B3BC824-8250-46A4-97E9-1A69B2F2FB25}" type="datetime3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54FDC-F986-4516-81A3-5CBC9634E9C1}" type="slidenum">
              <a:rPr lang="en-US" altLang="en-US" smtClean="0"/>
            </a:fld>
            <a:endParaRPr lang="en-US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4041648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912114"/>
            <a:ext cx="4041648" cy="370332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64406"/>
            <a:ext cx="4040188" cy="51435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1" y="971550"/>
            <a:ext cx="4041775" cy="51435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D371F4A-15B0-4739-9C96-5151473761C3}" type="datetime3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A63921-D0A8-45BD-ADF0-24CC5F135FEC}" type="slidenum">
              <a:rPr lang="en-US" altLang="en-US" smtClean="0"/>
            </a:fld>
            <a:endParaRPr lang="en-US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1600200"/>
            <a:ext cx="4038600" cy="30289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1600200"/>
            <a:ext cx="4038600" cy="30289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1450"/>
            <a:ext cx="8229600" cy="685800"/>
          </a:xfrm>
        </p:spPr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6B05E16-91CD-4D24-9E72-745C6AD013E1}" type="datetime3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540F1-D866-4735-9E65-A1952EADD02D}" type="slidenum">
              <a:rPr lang="en-US" altLang="en-US" smtClean="0"/>
            </a:fld>
            <a:endParaRPr lang="en-US" alt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45D060A-EFD9-4B22-932C-C42B599DBAF2}" type="datetime3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71F5BB-190B-45BA-B754-2541F8CA6F46}" type="slidenum">
              <a:rPr lang="en-US" altLang="en-US" smtClean="0"/>
            </a:fld>
            <a:endParaRPr lang="en-US" alt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228600"/>
            <a:ext cx="2514600" cy="62865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914401"/>
            <a:ext cx="2514600" cy="3632597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0C5E58A-366D-42D7-BE35-2A21803AE55F}" type="datetime3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3D1EAA-7E8D-49EA-BCBB-3C5BA424400D}" type="slidenum">
              <a:rPr lang="en-US" altLang="en-US" smtClean="0"/>
            </a:fld>
            <a:endParaRPr lang="en-US" alt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915025" y="2493169"/>
            <a:ext cx="452628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228600"/>
            <a:ext cx="5715000" cy="428625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642"/>
            <a:ext cx="8229600" cy="506016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428750"/>
            <a:ext cx="8229600" cy="3202686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914400"/>
            <a:ext cx="8229600" cy="40005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D38484-2184-434F-AC88-29FFE4A0AA9F}" type="datetime3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B93E55C-A662-4067-BE20-A4D82E579A38}" type="slidenum">
              <a:rPr lang="en-US" altLang="en-US" smtClean="0"/>
            </a:fld>
            <a:endParaRPr lang="en-US" alt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375642"/>
            <a:ext cx="182880" cy="51435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9A3B33-C0B7-41A2-B02D-6B795B806535}" type="datetime3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0C11DA-FA02-4E33-93FC-C378FAF95FBA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1E726FA-2B63-4917-AB28-C983D9D4464F}" type="datetime3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085C4-C07B-4C80-B337-90438D59D3CD}" type="slidenum">
              <a:rPr lang="en-US" altLang="en-US" smtClean="0"/>
            </a:fld>
            <a:endParaRPr lang="en-US" alt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4361127" y="2401464"/>
            <a:ext cx="438912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alphaModFix amt="29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914400"/>
            <a:ext cx="8229600" cy="368274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4767263"/>
            <a:ext cx="2289048" cy="274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2B7BAF5-5BC0-49B1-9197-CD06326EE3BE}" type="datetime3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4767263"/>
            <a:ext cx="3505200" cy="27432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4767263"/>
            <a:ext cx="1981200" cy="27432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D78D2778-B29C-49DB-A26C-44F5760A332D}" type="slidenum">
              <a:rPr lang="en-US" altLang="en-US" smtClean="0"/>
            </a:fld>
            <a:endParaRPr lang="en-US" alt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4764881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85725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42957" y="4835567"/>
            <a:ext cx="143137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 panose="05040102010807070707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 panose="05040102010807070707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 panose="05040102010807070707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 panose="05000000000000000000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 panose="05000000000000000000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 panose="05040102010807070707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 panose="05040102010807070707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 panose="05040102010807070707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 panose="05040102010807070707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052513"/>
          </a:xfr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>
              <a:defRPr/>
            </a:pP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CGB1201 – JAVA PROGRAMMING</a:t>
            </a:r>
            <a:b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REVIEW-2</a:t>
            </a:r>
            <a:endParaRPr lang="en-IN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4"/>
          <p:cNvSpPr txBox="1"/>
          <p:nvPr/>
        </p:nvSpPr>
        <p:spPr>
          <a:xfrm>
            <a:off x="762000" y="1123950"/>
            <a:ext cx="7772400" cy="3733800"/>
          </a:xfrm>
          <a:prstGeom prst="rect">
            <a:avLst/>
          </a:prstGeom>
        </p:spPr>
        <p:txBody>
          <a:bodyPr vert="horz" lIns="45720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2024 – 2025 (Odd Semester)</a:t>
            </a:r>
            <a:endParaRPr 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endParaRPr 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Number	:</a:t>
            </a:r>
            <a:r>
              <a:rPr lang="en-I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2303811710421153</a:t>
            </a:r>
            <a:endParaRPr 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					:</a:t>
            </a:r>
            <a:r>
              <a:rPr lang="en-I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SOMESHVAR S</a:t>
            </a:r>
            <a:endParaRPr 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Year					:</a:t>
            </a:r>
            <a:r>
              <a:rPr lang="en-I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endParaRPr 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Semester				:</a:t>
            </a:r>
            <a:r>
              <a:rPr lang="en-I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endParaRPr 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				:</a:t>
            </a:r>
            <a:r>
              <a:rPr lang="en-I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					:</a:t>
            </a:r>
            <a:r>
              <a:rPr lang="en-IN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6.12.2024</a:t>
            </a:r>
            <a:endParaRPr lang="en-IN" altLang="en-US" sz="2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554FDC-F986-4516-81A3-5CBC9634E9C1}" type="slidenum">
              <a:rPr lang="en-US" altLang="en-US" smtClean="0"/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4038600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CGB1201 – JAVA PROGRAMMING –PROJECT REVIEW 2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" y="65822"/>
            <a:ext cx="1143000" cy="9505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t="20000" b="20000"/>
          <a:stretch>
            <a:fillRect/>
          </a:stretch>
        </p:blipFill>
        <p:spPr>
          <a:xfrm>
            <a:off x="7924800" y="99586"/>
            <a:ext cx="1066800" cy="8830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PROJECT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38400" y="4767263"/>
            <a:ext cx="4340352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CGB1201 – JAVA PROGRAMMING –PROJECT REVIEW 2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6" name="Slide Number Placeholder 5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C8B3AA75-1EA1-4A20-9182-A423EE2FFA8F}" type="slidenum">
              <a:rPr lang="en-US" altLang="en-US"/>
            </a:fld>
            <a:endParaRPr lang="en-US" altLang="en-US"/>
          </a:p>
        </p:txBody>
      </p:sp>
      <p:sp>
        <p:nvSpPr>
          <p:cNvPr id="7" name="Footer Placeholder 4"/>
          <p:cNvSpPr txBox="1"/>
          <p:nvPr/>
        </p:nvSpPr>
        <p:spPr>
          <a:xfrm>
            <a:off x="799641" y="1271071"/>
            <a:ext cx="7772400" cy="1224479"/>
          </a:xfrm>
          <a:prstGeom prst="rect">
            <a:avLst/>
          </a:prstGeom>
        </p:spPr>
        <p:txBody>
          <a:bodyPr vert="horz" lIns="45720" rIns="45720" bIns="0" rtlCol="0" anchor="b"/>
          <a:lstStyle>
            <a:defPPr>
              <a:defRPr lang="en-US"/>
            </a:defPPr>
            <a:lvl1pPr algn="l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200" kern="1200">
                <a:solidFill>
                  <a:schemeClr val="tx1">
                    <a:tint val="9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defRPr/>
            </a:pPr>
            <a:endParaRPr lang="en-US" sz="2500" b="1" dirty="0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3703320"/>
          </a:xfrm>
        </p:spPr>
        <p:txBody>
          <a:bodyPr/>
          <a:lstStyle/>
          <a:p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</a:t>
            </a:r>
            <a:r>
              <a:rPr spc="-3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Watch:</a:t>
            </a:r>
            <a:r>
              <a:rPr spc="-28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Real-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Time</a:t>
            </a:r>
            <a:r>
              <a:rPr spc="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Forecasting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8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spc="-2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Alerts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EGB1201 – JAVA PROGRAMMING –PROJECT REVIEW 2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</a:fld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Abstract</a:t>
            </a:r>
            <a:endParaRPr lang="en-US" dirty="0"/>
          </a:p>
          <a:p>
            <a:r>
              <a:rPr lang="en-US" dirty="0"/>
              <a:t>Introduction</a:t>
            </a:r>
            <a:endParaRPr lang="en-US" dirty="0"/>
          </a:p>
          <a:p>
            <a:r>
              <a:rPr lang="en-US" dirty="0"/>
              <a:t>Java Programming – Concepts Used</a:t>
            </a:r>
            <a:endParaRPr lang="en-US" dirty="0"/>
          </a:p>
          <a:p>
            <a:r>
              <a:rPr lang="en-US" dirty="0"/>
              <a:t>Proposed Architecture</a:t>
            </a:r>
            <a:endParaRPr lang="en-US" dirty="0"/>
          </a:p>
          <a:p>
            <a:r>
              <a:rPr lang="en-US" dirty="0"/>
              <a:t>Module Description</a:t>
            </a:r>
            <a:endParaRPr lang="en-US" dirty="0"/>
          </a:p>
          <a:p>
            <a:r>
              <a:rPr lang="en-US" dirty="0"/>
              <a:t>Result and Discussion</a:t>
            </a:r>
            <a:endParaRPr lang="en-US" dirty="0"/>
          </a:p>
          <a:p>
            <a:r>
              <a:rPr lang="en-US" dirty="0"/>
              <a:t>Conclusion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6" name="Title 9"/>
          <p:cNvSpPr>
            <a:spLocks noGrp="1"/>
          </p:cNvSpPr>
          <p:nvPr>
            <p:ph type="title"/>
          </p:nvPr>
        </p:nvSpPr>
        <p:spPr>
          <a:xfrm>
            <a:off x="457200" y="114300"/>
            <a:ext cx="8229600" cy="742950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9550"/>
            <a:ext cx="8229600" cy="609600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4767263"/>
            <a:ext cx="4191000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CGB1201 – JAVA PROGRAMMING –PROJECT REVIEW 2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spc="705" dirty="0">
                <a:solidFill>
                  <a:srgbClr val="717BA2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 </a:t>
            </a:r>
            <a:r>
              <a:rPr lang="en-IN" spc="705" dirty="0">
                <a:solidFill>
                  <a:srgbClr val="717BA2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	</a:t>
            </a:r>
            <a:r>
              <a:rPr sz="2400" spc="-2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Real-</a:t>
            </a:r>
            <a:r>
              <a:rPr sz="2400" spc="-2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Time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Forecasting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5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sz="2400" spc="-2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Alert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5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advanced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software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application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designed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8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0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0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accurate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timely</a:t>
            </a:r>
            <a:r>
              <a:rPr sz="2400" spc="-9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predictions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users.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Leveraging</a:t>
            </a:r>
            <a:r>
              <a:rPr sz="2400" spc="-11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real-</a:t>
            </a:r>
            <a:r>
              <a:rPr sz="2400" spc="-2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time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from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5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trusted</a:t>
            </a:r>
            <a:r>
              <a:rPr sz="2400" spc="-10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9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external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API,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9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such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as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OpenWeatherMap,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7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8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allows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7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users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obtain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current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7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conditions,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7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detailed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7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forecasts,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receive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alerts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extreme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</a:t>
            </a:r>
            <a:r>
              <a:rPr sz="2400" spc="-1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events.</a:t>
            </a:r>
            <a:endParaRPr sz="2400">
              <a:latin typeface="Microsoft Sans Serif" panose="020B0604020202020204"/>
              <a:cs typeface="Microsoft Sans Serif" panose="020B0604020202020204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1917"/>
            <a:ext cx="8229600" cy="641033"/>
          </a:xfrm>
          <a:solidFill>
            <a:schemeClr val="bg2">
              <a:lumMod val="75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200" y="4767263"/>
            <a:ext cx="4114800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CGB1201 – JAVA PROGRAMMING –PROJECT REVIEW 2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spc="335" dirty="0">
                <a:solidFill>
                  <a:srgbClr val="717BA2"/>
                </a:solidFill>
                <a:latin typeface="Microsoft Sans Serif" panose="020B0604020202020204"/>
                <a:cs typeface="Microsoft Sans Serif" panose="020B0604020202020204"/>
                <a:sym typeface="+mn-ea"/>
              </a:rPr>
              <a:t> </a:t>
            </a:r>
            <a:r>
              <a:rPr sz="2000" spc="-305" dirty="0">
                <a:sym typeface="+mn-ea"/>
              </a:rPr>
              <a:t>The</a:t>
            </a:r>
            <a:r>
              <a:rPr sz="2000" spc="170" dirty="0">
                <a:sym typeface="+mn-ea"/>
              </a:rPr>
              <a:t> </a:t>
            </a:r>
            <a:r>
              <a:rPr sz="2000" spc="-185" dirty="0">
                <a:sym typeface="+mn-ea"/>
              </a:rPr>
              <a:t>Real-</a:t>
            </a:r>
            <a:r>
              <a:rPr sz="2000" spc="-275" dirty="0">
                <a:sym typeface="+mn-ea"/>
              </a:rPr>
              <a:t>Time</a:t>
            </a:r>
            <a:r>
              <a:rPr sz="2000" spc="140" dirty="0">
                <a:sym typeface="+mn-ea"/>
              </a:rPr>
              <a:t> </a:t>
            </a:r>
            <a:r>
              <a:rPr sz="2000" spc="-225" dirty="0">
                <a:sym typeface="+mn-ea"/>
              </a:rPr>
              <a:t>Weather</a:t>
            </a:r>
            <a:r>
              <a:rPr sz="2000" spc="85" dirty="0">
                <a:sym typeface="+mn-ea"/>
              </a:rPr>
              <a:t> </a:t>
            </a:r>
            <a:r>
              <a:rPr sz="2000" spc="-190" dirty="0">
                <a:sym typeface="+mn-ea"/>
              </a:rPr>
              <a:t>Forecasting</a:t>
            </a:r>
            <a:r>
              <a:rPr sz="2000" spc="95" dirty="0">
                <a:sym typeface="+mn-ea"/>
              </a:rPr>
              <a:t> </a:t>
            </a:r>
            <a:r>
              <a:rPr sz="2000" spc="-320" dirty="0">
                <a:sym typeface="+mn-ea"/>
              </a:rPr>
              <a:t>and</a:t>
            </a:r>
            <a:r>
              <a:rPr sz="2000" spc="180" dirty="0">
                <a:sym typeface="+mn-ea"/>
              </a:rPr>
              <a:t> </a:t>
            </a:r>
            <a:r>
              <a:rPr sz="2000" spc="-180" dirty="0">
                <a:sym typeface="+mn-ea"/>
              </a:rPr>
              <a:t>Alert</a:t>
            </a:r>
            <a:r>
              <a:rPr sz="2000" spc="100" dirty="0">
                <a:sym typeface="+mn-ea"/>
              </a:rPr>
              <a:t> </a:t>
            </a:r>
            <a:r>
              <a:rPr sz="2000" spc="-235" dirty="0">
                <a:sym typeface="+mn-ea"/>
              </a:rPr>
              <a:t>System</a:t>
            </a:r>
            <a:r>
              <a:rPr sz="2000" spc="95" dirty="0">
                <a:sym typeface="+mn-ea"/>
              </a:rPr>
              <a:t> </a:t>
            </a:r>
            <a:r>
              <a:rPr sz="2000" spc="-235" dirty="0">
                <a:sym typeface="+mn-ea"/>
              </a:rPr>
              <a:t>aims</a:t>
            </a:r>
            <a:r>
              <a:rPr sz="2000" spc="100" dirty="0">
                <a:sym typeface="+mn-ea"/>
              </a:rPr>
              <a:t> </a:t>
            </a:r>
            <a:r>
              <a:rPr sz="2000" spc="-245" dirty="0">
                <a:sym typeface="+mn-ea"/>
              </a:rPr>
              <a:t>to</a:t>
            </a:r>
            <a:r>
              <a:rPr sz="2000" spc="110" dirty="0">
                <a:sym typeface="+mn-ea"/>
              </a:rPr>
              <a:t> </a:t>
            </a:r>
            <a:r>
              <a:rPr sz="2000" spc="-204" dirty="0">
                <a:sym typeface="+mn-ea"/>
              </a:rPr>
              <a:t>address</a:t>
            </a:r>
            <a:r>
              <a:rPr sz="2000" spc="95" dirty="0">
                <a:sym typeface="+mn-ea"/>
              </a:rPr>
              <a:t> </a:t>
            </a:r>
            <a:r>
              <a:rPr sz="2000" spc="-170" dirty="0">
                <a:sym typeface="+mn-ea"/>
              </a:rPr>
              <a:t>this</a:t>
            </a:r>
            <a:r>
              <a:rPr sz="2000" spc="100" dirty="0">
                <a:sym typeface="+mn-ea"/>
              </a:rPr>
              <a:t> </a:t>
            </a:r>
            <a:r>
              <a:rPr sz="2000" spc="-250" dirty="0">
                <a:sym typeface="+mn-ea"/>
              </a:rPr>
              <a:t>need</a:t>
            </a:r>
            <a:r>
              <a:rPr sz="2000" spc="114" dirty="0">
                <a:sym typeface="+mn-ea"/>
              </a:rPr>
              <a:t> </a:t>
            </a:r>
            <a:r>
              <a:rPr sz="2000" spc="-25" dirty="0">
                <a:sym typeface="+mn-ea"/>
              </a:rPr>
              <a:t>by </a:t>
            </a:r>
            <a:r>
              <a:rPr sz="2000" spc="-55" dirty="0">
                <a:sym typeface="+mn-ea"/>
              </a:rPr>
              <a:t>providing</a:t>
            </a:r>
            <a:r>
              <a:rPr sz="2000" spc="-85" dirty="0">
                <a:sym typeface="+mn-ea"/>
              </a:rPr>
              <a:t> </a:t>
            </a:r>
            <a:r>
              <a:rPr sz="2000" spc="-65" dirty="0">
                <a:sym typeface="+mn-ea"/>
              </a:rPr>
              <a:t>an</a:t>
            </a:r>
            <a:r>
              <a:rPr sz="2000" spc="-70" dirty="0">
                <a:sym typeface="+mn-ea"/>
              </a:rPr>
              <a:t> </a:t>
            </a:r>
            <a:r>
              <a:rPr sz="2000" spc="-50" dirty="0">
                <a:sym typeface="+mn-ea"/>
              </a:rPr>
              <a:t>integrated</a:t>
            </a:r>
            <a:r>
              <a:rPr sz="2000" spc="-70" dirty="0">
                <a:sym typeface="+mn-ea"/>
              </a:rPr>
              <a:t> </a:t>
            </a:r>
            <a:r>
              <a:rPr sz="2000" spc="-45" dirty="0">
                <a:sym typeface="+mn-ea"/>
              </a:rPr>
              <a:t>platform</a:t>
            </a:r>
            <a:r>
              <a:rPr sz="2000" spc="-65" dirty="0">
                <a:sym typeface="+mn-ea"/>
              </a:rPr>
              <a:t> </a:t>
            </a:r>
            <a:r>
              <a:rPr sz="2000" dirty="0">
                <a:sym typeface="+mn-ea"/>
              </a:rPr>
              <a:t>for</a:t>
            </a:r>
            <a:r>
              <a:rPr sz="2000" spc="-65" dirty="0">
                <a:sym typeface="+mn-ea"/>
              </a:rPr>
              <a:t> accessing</a:t>
            </a:r>
            <a:r>
              <a:rPr sz="2000" spc="-70" dirty="0">
                <a:sym typeface="+mn-ea"/>
              </a:rPr>
              <a:t> </a:t>
            </a:r>
            <a:r>
              <a:rPr sz="2000" spc="-40" dirty="0">
                <a:sym typeface="+mn-ea"/>
              </a:rPr>
              <a:t>current</a:t>
            </a:r>
            <a:r>
              <a:rPr sz="2000" spc="-65" dirty="0">
                <a:sym typeface="+mn-ea"/>
              </a:rPr>
              <a:t> </a:t>
            </a:r>
            <a:r>
              <a:rPr sz="2000" spc="-75" dirty="0">
                <a:sym typeface="+mn-ea"/>
              </a:rPr>
              <a:t>weather</a:t>
            </a:r>
            <a:r>
              <a:rPr sz="2000" spc="-60" dirty="0">
                <a:sym typeface="+mn-ea"/>
              </a:rPr>
              <a:t> </a:t>
            </a:r>
            <a:r>
              <a:rPr sz="2000" spc="-40" dirty="0">
                <a:sym typeface="+mn-ea"/>
              </a:rPr>
              <a:t>conditions, </a:t>
            </a:r>
            <a:r>
              <a:rPr sz="2000" spc="-185" dirty="0">
                <a:sym typeface="+mn-ea"/>
              </a:rPr>
              <a:t>forecasting</a:t>
            </a:r>
            <a:r>
              <a:rPr sz="2000" spc="45" dirty="0">
                <a:sym typeface="+mn-ea"/>
              </a:rPr>
              <a:t> </a:t>
            </a:r>
            <a:r>
              <a:rPr sz="2000" spc="-185" dirty="0">
                <a:sym typeface="+mn-ea"/>
              </a:rPr>
              <a:t>future</a:t>
            </a:r>
            <a:r>
              <a:rPr sz="2000" spc="50" dirty="0">
                <a:sym typeface="+mn-ea"/>
              </a:rPr>
              <a:t> </a:t>
            </a:r>
            <a:r>
              <a:rPr sz="2000" spc="-215" dirty="0">
                <a:sym typeface="+mn-ea"/>
              </a:rPr>
              <a:t>weather</a:t>
            </a:r>
            <a:r>
              <a:rPr sz="2000" spc="95" dirty="0">
                <a:sym typeface="+mn-ea"/>
              </a:rPr>
              <a:t> </a:t>
            </a:r>
            <a:r>
              <a:rPr sz="2000" spc="-185" dirty="0">
                <a:sym typeface="+mn-ea"/>
              </a:rPr>
              <a:t>trends,</a:t>
            </a:r>
            <a:r>
              <a:rPr sz="2000" spc="90" dirty="0">
                <a:sym typeface="+mn-ea"/>
              </a:rPr>
              <a:t> </a:t>
            </a:r>
            <a:r>
              <a:rPr sz="2000" spc="-295" dirty="0">
                <a:sym typeface="+mn-ea"/>
              </a:rPr>
              <a:t>and</a:t>
            </a:r>
            <a:r>
              <a:rPr sz="2000" spc="160" dirty="0">
                <a:sym typeface="+mn-ea"/>
              </a:rPr>
              <a:t> </a:t>
            </a:r>
            <a:r>
              <a:rPr sz="2000" spc="-190" dirty="0">
                <a:sym typeface="+mn-ea"/>
              </a:rPr>
              <a:t>receiving</a:t>
            </a:r>
            <a:r>
              <a:rPr sz="2000" spc="85" dirty="0">
                <a:sym typeface="+mn-ea"/>
              </a:rPr>
              <a:t> </a:t>
            </a:r>
            <a:r>
              <a:rPr sz="2000" spc="-175" dirty="0">
                <a:sym typeface="+mn-ea"/>
              </a:rPr>
              <a:t>alerts</a:t>
            </a:r>
            <a:r>
              <a:rPr sz="2000" spc="90" dirty="0">
                <a:sym typeface="+mn-ea"/>
              </a:rPr>
              <a:t> </a:t>
            </a:r>
            <a:r>
              <a:rPr sz="2000" spc="-204" dirty="0">
                <a:sym typeface="+mn-ea"/>
              </a:rPr>
              <a:t>for</a:t>
            </a:r>
            <a:r>
              <a:rPr sz="2000" spc="95" dirty="0">
                <a:sym typeface="+mn-ea"/>
              </a:rPr>
              <a:t> </a:t>
            </a:r>
            <a:r>
              <a:rPr sz="2000" spc="-175" dirty="0">
                <a:sym typeface="+mn-ea"/>
              </a:rPr>
              <a:t>potential</a:t>
            </a:r>
            <a:r>
              <a:rPr sz="2000" spc="90" dirty="0">
                <a:sym typeface="+mn-ea"/>
              </a:rPr>
              <a:t> </a:t>
            </a:r>
            <a:r>
              <a:rPr sz="2000" spc="-215" dirty="0">
                <a:sym typeface="+mn-ea"/>
              </a:rPr>
              <a:t>weather</a:t>
            </a:r>
            <a:r>
              <a:rPr sz="2000" spc="95" dirty="0">
                <a:sym typeface="+mn-ea"/>
              </a:rPr>
              <a:t> </a:t>
            </a:r>
            <a:r>
              <a:rPr sz="2000" spc="-125" dirty="0">
                <a:sym typeface="+mn-ea"/>
              </a:rPr>
              <a:t>hazards. </a:t>
            </a:r>
            <a:r>
              <a:rPr sz="2000" spc="-160" dirty="0">
                <a:sym typeface="+mn-ea"/>
              </a:rPr>
              <a:t>Using</a:t>
            </a:r>
            <a:r>
              <a:rPr sz="2000" spc="20" dirty="0">
                <a:sym typeface="+mn-ea"/>
              </a:rPr>
              <a:t> </a:t>
            </a:r>
            <a:r>
              <a:rPr sz="2000" spc="-105" dirty="0">
                <a:sym typeface="+mn-ea"/>
              </a:rPr>
              <a:t>real-</a:t>
            </a:r>
            <a:r>
              <a:rPr sz="2000" spc="-145" dirty="0">
                <a:sym typeface="+mn-ea"/>
              </a:rPr>
              <a:t>time</a:t>
            </a:r>
            <a:r>
              <a:rPr sz="2000" spc="25" dirty="0">
                <a:sym typeface="+mn-ea"/>
              </a:rPr>
              <a:t> </a:t>
            </a:r>
            <a:r>
              <a:rPr sz="2000" spc="-150" dirty="0">
                <a:sym typeface="+mn-ea"/>
              </a:rPr>
              <a:t>data</a:t>
            </a:r>
            <a:r>
              <a:rPr sz="2000" spc="50" dirty="0">
                <a:sym typeface="+mn-ea"/>
              </a:rPr>
              <a:t> </a:t>
            </a:r>
            <a:r>
              <a:rPr sz="2000" spc="-155" dirty="0">
                <a:sym typeface="+mn-ea"/>
              </a:rPr>
              <a:t>from</a:t>
            </a:r>
            <a:r>
              <a:rPr sz="2000" spc="50" dirty="0">
                <a:sym typeface="+mn-ea"/>
              </a:rPr>
              <a:t> </a:t>
            </a:r>
            <a:r>
              <a:rPr sz="2000" spc="-120" dirty="0">
                <a:sym typeface="+mn-ea"/>
              </a:rPr>
              <a:t>trusted</a:t>
            </a:r>
            <a:r>
              <a:rPr sz="2000" spc="55" dirty="0">
                <a:sym typeface="+mn-ea"/>
              </a:rPr>
              <a:t> </a:t>
            </a:r>
            <a:r>
              <a:rPr sz="2000" spc="-165" dirty="0">
                <a:sym typeface="+mn-ea"/>
              </a:rPr>
              <a:t>weather</a:t>
            </a:r>
            <a:r>
              <a:rPr sz="2000" spc="25" dirty="0">
                <a:sym typeface="+mn-ea"/>
              </a:rPr>
              <a:t> </a:t>
            </a:r>
            <a:r>
              <a:rPr sz="2000" spc="-170" dirty="0">
                <a:sym typeface="+mn-ea"/>
              </a:rPr>
              <a:t>APIs</a:t>
            </a:r>
            <a:r>
              <a:rPr sz="2000" spc="70" dirty="0">
                <a:sym typeface="+mn-ea"/>
              </a:rPr>
              <a:t> </a:t>
            </a:r>
            <a:r>
              <a:rPr sz="2000" spc="-165" dirty="0">
                <a:sym typeface="+mn-ea"/>
              </a:rPr>
              <a:t>such</a:t>
            </a:r>
            <a:r>
              <a:rPr sz="2000" spc="65" dirty="0">
                <a:sym typeface="+mn-ea"/>
              </a:rPr>
              <a:t> </a:t>
            </a:r>
            <a:r>
              <a:rPr sz="2000" spc="-190" dirty="0">
                <a:sym typeface="+mn-ea"/>
              </a:rPr>
              <a:t>as</a:t>
            </a:r>
            <a:r>
              <a:rPr sz="2000" spc="65" dirty="0">
                <a:sym typeface="+mn-ea"/>
              </a:rPr>
              <a:t> </a:t>
            </a:r>
            <a:r>
              <a:rPr sz="2000" spc="-165" dirty="0">
                <a:sym typeface="+mn-ea"/>
              </a:rPr>
              <a:t>OpenWeatherMap,</a:t>
            </a:r>
            <a:r>
              <a:rPr sz="2000" spc="70" dirty="0">
                <a:sym typeface="+mn-ea"/>
              </a:rPr>
              <a:t> </a:t>
            </a:r>
            <a:r>
              <a:rPr sz="2000" spc="-20" dirty="0">
                <a:sym typeface="+mn-ea"/>
              </a:rPr>
              <a:t>this </a:t>
            </a:r>
            <a:r>
              <a:rPr sz="2000" spc="-110" dirty="0">
                <a:sym typeface="+mn-ea"/>
              </a:rPr>
              <a:t>system</a:t>
            </a:r>
            <a:r>
              <a:rPr sz="2000" spc="-30" dirty="0">
                <a:sym typeface="+mn-ea"/>
              </a:rPr>
              <a:t> </a:t>
            </a:r>
            <a:r>
              <a:rPr sz="2000" spc="-90" dirty="0">
                <a:sym typeface="+mn-ea"/>
              </a:rPr>
              <a:t>provides</a:t>
            </a:r>
            <a:r>
              <a:rPr sz="2000" spc="-45" dirty="0">
                <a:sym typeface="+mn-ea"/>
              </a:rPr>
              <a:t> </a:t>
            </a:r>
            <a:r>
              <a:rPr sz="2000" spc="-85" dirty="0">
                <a:sym typeface="+mn-ea"/>
              </a:rPr>
              <a:t>users</a:t>
            </a:r>
            <a:r>
              <a:rPr sz="2000" spc="-40" dirty="0">
                <a:sym typeface="+mn-ea"/>
              </a:rPr>
              <a:t> </a:t>
            </a:r>
            <a:r>
              <a:rPr sz="2000" spc="-65" dirty="0">
                <a:sym typeface="+mn-ea"/>
              </a:rPr>
              <a:t>with</a:t>
            </a:r>
            <a:r>
              <a:rPr sz="2000" spc="-35" dirty="0">
                <a:sym typeface="+mn-ea"/>
              </a:rPr>
              <a:t> </a:t>
            </a:r>
            <a:r>
              <a:rPr sz="2000" spc="-95" dirty="0">
                <a:sym typeface="+mn-ea"/>
              </a:rPr>
              <a:t>key</a:t>
            </a:r>
            <a:r>
              <a:rPr sz="2000" spc="-30" dirty="0">
                <a:sym typeface="+mn-ea"/>
              </a:rPr>
              <a:t> </a:t>
            </a:r>
            <a:r>
              <a:rPr sz="2000" spc="-100" dirty="0">
                <a:sym typeface="+mn-ea"/>
              </a:rPr>
              <a:t>weather</a:t>
            </a:r>
            <a:r>
              <a:rPr sz="2000" spc="-30" dirty="0">
                <a:sym typeface="+mn-ea"/>
              </a:rPr>
              <a:t> </a:t>
            </a:r>
            <a:r>
              <a:rPr sz="2000" spc="-85" dirty="0">
                <a:sym typeface="+mn-ea"/>
              </a:rPr>
              <a:t>parameters,</a:t>
            </a:r>
            <a:r>
              <a:rPr sz="2000" spc="-35" dirty="0">
                <a:sym typeface="+mn-ea"/>
              </a:rPr>
              <a:t> </a:t>
            </a:r>
            <a:r>
              <a:rPr sz="2000" spc="-70" dirty="0">
                <a:sym typeface="+mn-ea"/>
              </a:rPr>
              <a:t>including</a:t>
            </a:r>
            <a:r>
              <a:rPr sz="2000" spc="-35" dirty="0">
                <a:sym typeface="+mn-ea"/>
              </a:rPr>
              <a:t> </a:t>
            </a:r>
            <a:r>
              <a:rPr sz="2000" spc="-70" dirty="0">
                <a:sym typeface="+mn-ea"/>
              </a:rPr>
              <a:t>temperature, </a:t>
            </a:r>
            <a:r>
              <a:rPr sz="2000" spc="-150" dirty="0">
                <a:sym typeface="+mn-ea"/>
              </a:rPr>
              <a:t>humidity,</a:t>
            </a:r>
            <a:r>
              <a:rPr sz="2000" spc="10" dirty="0">
                <a:sym typeface="+mn-ea"/>
              </a:rPr>
              <a:t> </a:t>
            </a:r>
            <a:r>
              <a:rPr sz="2000" spc="-190" dirty="0">
                <a:sym typeface="+mn-ea"/>
              </a:rPr>
              <a:t>wind</a:t>
            </a:r>
            <a:r>
              <a:rPr sz="2000" spc="55" dirty="0">
                <a:sym typeface="+mn-ea"/>
              </a:rPr>
              <a:t> </a:t>
            </a:r>
            <a:r>
              <a:rPr sz="2000" spc="-160" dirty="0">
                <a:sym typeface="+mn-ea"/>
              </a:rPr>
              <a:t>speed,</a:t>
            </a:r>
            <a:r>
              <a:rPr sz="2000" spc="50" dirty="0">
                <a:sym typeface="+mn-ea"/>
              </a:rPr>
              <a:t> </a:t>
            </a:r>
            <a:r>
              <a:rPr sz="2000" spc="-220" dirty="0">
                <a:sym typeface="+mn-ea"/>
              </a:rPr>
              <a:t>and</a:t>
            </a:r>
            <a:r>
              <a:rPr sz="2000" spc="85" dirty="0">
                <a:sym typeface="+mn-ea"/>
              </a:rPr>
              <a:t> </a:t>
            </a:r>
            <a:r>
              <a:rPr sz="2000" spc="-155" dirty="0">
                <a:sym typeface="+mn-ea"/>
              </a:rPr>
              <a:t>atmospheric</a:t>
            </a:r>
            <a:r>
              <a:rPr sz="2000" spc="50" dirty="0">
                <a:sym typeface="+mn-ea"/>
              </a:rPr>
              <a:t> </a:t>
            </a:r>
            <a:r>
              <a:rPr sz="2000" spc="-145" dirty="0">
                <a:sym typeface="+mn-ea"/>
              </a:rPr>
              <a:t>pressure,</a:t>
            </a:r>
            <a:r>
              <a:rPr sz="2000" spc="55" dirty="0">
                <a:sym typeface="+mn-ea"/>
              </a:rPr>
              <a:t> </a:t>
            </a:r>
            <a:r>
              <a:rPr sz="2000" spc="-100" dirty="0">
                <a:sym typeface="+mn-ea"/>
              </a:rPr>
              <a:t>all</a:t>
            </a:r>
            <a:r>
              <a:rPr sz="2000" spc="50" dirty="0">
                <a:sym typeface="+mn-ea"/>
              </a:rPr>
              <a:t> </a:t>
            </a:r>
            <a:r>
              <a:rPr sz="2000" spc="-150" dirty="0">
                <a:sym typeface="+mn-ea"/>
              </a:rPr>
              <a:t>while</a:t>
            </a:r>
            <a:r>
              <a:rPr sz="2000" spc="50" dirty="0">
                <a:sym typeface="+mn-ea"/>
              </a:rPr>
              <a:t> </a:t>
            </a:r>
            <a:r>
              <a:rPr sz="2000" spc="-150" dirty="0">
                <a:sym typeface="+mn-ea"/>
              </a:rPr>
              <a:t>ensuring</a:t>
            </a:r>
            <a:r>
              <a:rPr sz="2000" spc="60" dirty="0">
                <a:sym typeface="+mn-ea"/>
              </a:rPr>
              <a:t> </a:t>
            </a:r>
            <a:r>
              <a:rPr sz="2000" spc="-130" dirty="0">
                <a:sym typeface="+mn-ea"/>
              </a:rPr>
              <a:t>user-</a:t>
            </a:r>
            <a:r>
              <a:rPr sz="2000" spc="-75" dirty="0">
                <a:sym typeface="+mn-ea"/>
              </a:rPr>
              <a:t>friendly </a:t>
            </a:r>
            <a:r>
              <a:rPr sz="2000" spc="-165" dirty="0">
                <a:sym typeface="+mn-ea"/>
              </a:rPr>
              <a:t>interfaces</a:t>
            </a:r>
            <a:r>
              <a:rPr sz="2000" spc="-70" dirty="0">
                <a:sym typeface="+mn-ea"/>
              </a:rPr>
              <a:t> </a:t>
            </a:r>
            <a:r>
              <a:rPr sz="2000" spc="-150" dirty="0">
                <a:sym typeface="+mn-ea"/>
              </a:rPr>
              <a:t>for</a:t>
            </a:r>
            <a:r>
              <a:rPr sz="2000" spc="-70" dirty="0">
                <a:sym typeface="+mn-ea"/>
              </a:rPr>
              <a:t> </a:t>
            </a:r>
            <a:r>
              <a:rPr sz="2000" spc="-180" dirty="0">
                <a:sym typeface="+mn-ea"/>
              </a:rPr>
              <a:t>both</a:t>
            </a:r>
            <a:r>
              <a:rPr sz="2000" spc="-75" dirty="0">
                <a:sym typeface="+mn-ea"/>
              </a:rPr>
              <a:t> </a:t>
            </a:r>
            <a:r>
              <a:rPr sz="2000" spc="-180" dirty="0">
                <a:sym typeface="+mn-ea"/>
              </a:rPr>
              <a:t>general</a:t>
            </a:r>
            <a:r>
              <a:rPr sz="2000" spc="-70" dirty="0">
                <a:sym typeface="+mn-ea"/>
              </a:rPr>
              <a:t> </a:t>
            </a:r>
            <a:r>
              <a:rPr sz="2000" spc="-210" dirty="0">
                <a:sym typeface="+mn-ea"/>
              </a:rPr>
              <a:t>and</a:t>
            </a:r>
            <a:r>
              <a:rPr sz="2000" spc="-75" dirty="0">
                <a:sym typeface="+mn-ea"/>
              </a:rPr>
              <a:t> </a:t>
            </a:r>
            <a:r>
              <a:rPr sz="2000" spc="-175" dirty="0">
                <a:sym typeface="+mn-ea"/>
              </a:rPr>
              <a:t>specialized</a:t>
            </a:r>
            <a:r>
              <a:rPr sz="2000" spc="-75" dirty="0">
                <a:sym typeface="+mn-ea"/>
              </a:rPr>
              <a:t> </a:t>
            </a:r>
            <a:r>
              <a:rPr sz="2000" spc="-20" dirty="0">
                <a:sym typeface="+mn-ea"/>
              </a:rPr>
              <a:t>needs.</a:t>
            </a:r>
            <a:endParaRPr sz="2000">
              <a:latin typeface="Microsoft Sans Serif" panose="020B0604020202020204"/>
              <a:cs typeface="Microsoft Sans Serif" panose="020B0604020202020204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  - CONCEPTS USED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4767263"/>
            <a:ext cx="4035552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CGB1201 – JAVA PROGRAMMING –PROJECT REVIEW 2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0000" lnSpcReduction="10000"/>
          </a:bodyPr>
          <a:lstStyle/>
          <a:p>
            <a:pPr marR="5080" algn="just">
              <a:lnSpc>
                <a:spcPct val="100000"/>
              </a:lnSpc>
              <a:spcBef>
                <a:spcPts val="100"/>
              </a:spcBef>
            </a:pPr>
            <a:r>
              <a:rPr b="1" spc="-229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Classes</a:t>
            </a:r>
            <a:r>
              <a:rPr b="1" spc="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b="1" spc="-3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b="1" spc="1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b="1" spc="-19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Objects</a:t>
            </a:r>
            <a:r>
              <a:rPr spc="-19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spc="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Classes</a:t>
            </a:r>
            <a:r>
              <a:rPr spc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7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like</a:t>
            </a:r>
            <a:r>
              <a:rPr spc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WeatherDataFetcher,</a:t>
            </a:r>
            <a:r>
              <a:rPr spc="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7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WeatherData, </a:t>
            </a:r>
            <a:r>
              <a:rPr spc="-30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spc="1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WeatherForecastingSystem</a:t>
            </a:r>
            <a:r>
              <a:rPr spc="7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are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created</a:t>
            </a:r>
            <a:r>
              <a:rPr spc="1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0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encapsulate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specific </a:t>
            </a: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functionalities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5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5080" algn="just">
              <a:lnSpc>
                <a:spcPct val="100000"/>
              </a:lnSpc>
              <a:spcBef>
                <a:spcPts val="600"/>
              </a:spcBef>
            </a:pPr>
            <a:r>
              <a:rPr b="1" spc="-1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Encapsulation: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7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0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hides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1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implementation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details</a:t>
            </a:r>
            <a:r>
              <a:rPr spc="-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only </a:t>
            </a:r>
            <a:r>
              <a:rPr spc="-20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exposes</a:t>
            </a:r>
            <a:r>
              <a:rPr spc="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essential</a:t>
            </a:r>
            <a:r>
              <a:rPr spc="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functionality</a:t>
            </a:r>
            <a:r>
              <a:rPr spc="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7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via</a:t>
            </a: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9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methods.</a:t>
            </a: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</a:t>
            </a: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example,</a:t>
            </a:r>
            <a:r>
              <a:rPr spc="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 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like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temperature,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humidity,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</a:t>
            </a:r>
            <a:r>
              <a:rPr spc="-7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description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are </a:t>
            </a:r>
            <a:r>
              <a:rPr spc="-229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encapsulated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within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WeatherData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5080" algn="just">
              <a:lnSpc>
                <a:spcPct val="100000"/>
              </a:lnSpc>
              <a:spcBef>
                <a:spcPts val="600"/>
              </a:spcBef>
            </a:pPr>
            <a:r>
              <a:rPr b="1" spc="-1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Hardcoded</a:t>
            </a:r>
            <a:r>
              <a:rPr b="1" spc="-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b="1" spc="-10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Location: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location</a:t>
            </a:r>
            <a:r>
              <a:rPr spc="-8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is</a:t>
            </a:r>
            <a:r>
              <a:rPr spc="-1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set</a:t>
            </a:r>
            <a:r>
              <a:rPr spc="-8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"Tiruchirappalli"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variable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location.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This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could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29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be</a:t>
            </a:r>
            <a:r>
              <a:rPr spc="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replaced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with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7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dynamic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</a:t>
            </a:r>
            <a:r>
              <a:rPr spc="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input </a:t>
            </a:r>
            <a:r>
              <a:rPr spc="-2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using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Scanner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2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class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if</a:t>
            </a:r>
            <a:r>
              <a:rPr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7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needed.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5080" algn="just">
              <a:lnSpc>
                <a:spcPct val="10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3351"/>
            <a:ext cx="8229600" cy="742950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67000" y="4781550"/>
            <a:ext cx="4035552" cy="228599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CGB1201 – JAVA PROGRAMMING –PROJECT REVIEW 2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</a:fld>
            <a:endParaRPr lang="en-US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1676400" y="970280"/>
            <a:ext cx="5786755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189" y="122972"/>
            <a:ext cx="8229600" cy="742950"/>
          </a:xfrm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</a:fld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25000"/>
          </a:bodyPr>
          <a:lstStyle/>
          <a:p>
            <a:pPr marL="0" indent="0" algn="just">
              <a:buNone/>
            </a:pPr>
            <a:r>
              <a:rPr lang="en-IN" spc="45" dirty="0">
                <a:solidFill>
                  <a:srgbClr val="717BA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1..</a:t>
            </a:r>
            <a:r>
              <a:rPr spc="45" dirty="0">
                <a:solidFill>
                  <a:srgbClr val="717BA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en-GB" sz="400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Interface:</a:t>
            </a:r>
            <a:endParaRPr lang="en-US" altLang="en-GB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4000">
                <a:latin typeface="Times New Roman" panose="02020603050405020304" pitchFamily="18" charset="0"/>
                <a:cs typeface="Times New Roman" panose="02020603050405020304" pitchFamily="18" charset="0"/>
              </a:rPr>
              <a:t>The GUI is created using AWT components such as Frame, Label, TextField, Button, and TextArea.</a:t>
            </a:r>
            <a:endParaRPr lang="en-US" altLang="en-GB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4000">
                <a:latin typeface="Times New Roman" panose="02020603050405020304" pitchFamily="18" charset="0"/>
                <a:cs typeface="Times New Roman" panose="02020603050405020304" pitchFamily="18" charset="0"/>
              </a:rPr>
              <a:t>The user enters the name of the city in the TextField.</a:t>
            </a:r>
            <a:endParaRPr lang="en-US" altLang="en-GB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4000">
                <a:latin typeface="Times New Roman" panose="02020603050405020304" pitchFamily="18" charset="0"/>
                <a:cs typeface="Times New Roman" panose="02020603050405020304" pitchFamily="18" charset="0"/>
              </a:rPr>
              <a:t>When the user clicks the Get Forecast button, the application fetches the weather data for that city.</a:t>
            </a:r>
            <a:endParaRPr lang="en-US" altLang="en-GB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GB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altLang="en-GB" sz="4000">
                <a:latin typeface="Times New Roman" panose="02020603050405020304" pitchFamily="18" charset="0"/>
                <a:cs typeface="Times New Roman" panose="02020603050405020304" pitchFamily="18" charset="0"/>
              </a:rPr>
              <a:t>Weather Data Fetching:</a:t>
            </a:r>
            <a:endParaRPr lang="en-US" altLang="en-GB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400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sends a GET request to the OpenWeatherMap API with the entered city and the API key (replace with your own API key).</a:t>
            </a:r>
            <a:endParaRPr lang="en-US" altLang="en-GB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4000">
                <a:latin typeface="Times New Roman" panose="02020603050405020304" pitchFamily="18" charset="0"/>
                <a:cs typeface="Times New Roman" panose="02020603050405020304" pitchFamily="18" charset="0"/>
              </a:rPr>
              <a:t>The fetchWeatherData method sends the HTTP request, retrieves the response, and returns the response body if the request is successful (response code 200).</a:t>
            </a:r>
            <a:endParaRPr lang="en-US" altLang="en-GB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GB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n-US" altLang="en-GB" sz="4000">
                <a:latin typeface="Times New Roman" panose="02020603050405020304" pitchFamily="18" charset="0"/>
                <a:cs typeface="Times New Roman" panose="02020603050405020304" pitchFamily="18" charset="0"/>
              </a:rPr>
              <a:t>Parsing the Weather Data:</a:t>
            </a:r>
            <a:endParaRPr lang="en-US" altLang="en-GB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4000">
                <a:latin typeface="Times New Roman" panose="02020603050405020304" pitchFamily="18" charset="0"/>
                <a:cs typeface="Times New Roman" panose="02020603050405020304" pitchFamily="18" charset="0"/>
              </a:rPr>
              <a:t>The response from the API is in JSON format. The code extracts temperature, humidity, and weather conditions by finding the relevant indices and substring values.</a:t>
            </a:r>
            <a:endParaRPr lang="en-US" altLang="en-GB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4000">
                <a:latin typeface="Times New Roman" panose="02020603050405020304" pitchFamily="18" charset="0"/>
                <a:cs typeface="Times New Roman" panose="02020603050405020304" pitchFamily="18" charset="0"/>
              </a:rPr>
              <a:t>This data is displayed in the TextArea with a simple message about the weather, including the temperature, humidity, and condition.</a:t>
            </a:r>
            <a:endParaRPr lang="en-US" altLang="en-GB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GB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alt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n-US" altLang="en-GB" sz="4000">
                <a:latin typeface="Times New Roman" panose="02020603050405020304" pitchFamily="18" charset="0"/>
                <a:cs typeface="Times New Roman" panose="02020603050405020304" pitchFamily="18" charset="0"/>
              </a:rPr>
              <a:t>Handling Errors:</a:t>
            </a:r>
            <a:endParaRPr lang="en-US" altLang="en-GB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GB" sz="4000">
                <a:latin typeface="Times New Roman" panose="02020603050405020304" pitchFamily="18" charset="0"/>
                <a:cs typeface="Times New Roman" panose="02020603050405020304" pitchFamily="18" charset="0"/>
              </a:rPr>
              <a:t>If the user doesn't enter a city or if an error occurs while fetching the data, an appropriate error message is shown in the TextArea.</a:t>
            </a:r>
            <a:endParaRPr lang="en-US" altLang="en-GB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4038600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CGB1201 – JAVA PROGRAMMING –PROJECT REVIEW 2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4038600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CGB1201 – JAVA PROGRAMMING –PROJECT REVIEW 2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/>
          <p:nvPr>
            <p:ph sz="quarter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8" name="Picture 7" descr="Screenshot 2024-11-30 1458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" y="944880"/>
            <a:ext cx="2675255" cy="2029460"/>
          </a:xfrm>
          <a:prstGeom prst="rect">
            <a:avLst/>
          </a:prstGeom>
        </p:spPr>
      </p:pic>
      <p:pic>
        <p:nvPicPr>
          <p:cNvPr id="9" name="Picture 8" descr="Screenshot 2024-11-30 1459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946150"/>
            <a:ext cx="2711450" cy="2056130"/>
          </a:xfrm>
          <a:prstGeom prst="rect">
            <a:avLst/>
          </a:prstGeom>
        </p:spPr>
      </p:pic>
      <p:pic>
        <p:nvPicPr>
          <p:cNvPr id="10" name="Picture 9" descr="Screenshot 2024-11-30 1455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914400"/>
            <a:ext cx="2715895" cy="2059940"/>
          </a:xfrm>
          <a:prstGeom prst="rect">
            <a:avLst/>
          </a:prstGeom>
        </p:spPr>
      </p:pic>
      <p:pic>
        <p:nvPicPr>
          <p:cNvPr id="11" name="Picture 10" descr="Screenshot 2024-11-24 1910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002280"/>
            <a:ext cx="2696210" cy="2044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2">
              <a:lumMod val="75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14ABD8-B1EB-4C07-9937-C8C4E38BDF00}" type="slidenum">
              <a:rPr lang="en-US" altLang="en-US" smtClean="0"/>
            </a:fld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IN" sz="2400" spc="-1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</a:t>
            </a:r>
            <a:r>
              <a:rPr sz="2400" spc="-1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conclusion,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7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Real-</a:t>
            </a:r>
            <a:r>
              <a:rPr sz="2400" spc="-2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Time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Forecasting</a:t>
            </a:r>
            <a:r>
              <a:rPr sz="2400" spc="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Alert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7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provides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effective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solution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delivering</a:t>
            </a:r>
            <a:r>
              <a:rPr sz="2400" spc="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7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accurate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5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2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data,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forecasts,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8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timely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alerts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users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7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based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8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on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9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their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8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location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preferences.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7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8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integrating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9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external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2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</a:t>
            </a:r>
            <a:r>
              <a:rPr sz="2400" spc="-17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APIs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5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and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7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offering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8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5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flexible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6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notification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system,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ensures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0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users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are</a:t>
            </a:r>
            <a:r>
              <a:rPr sz="2400" spc="-1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kept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informed</a:t>
            </a:r>
            <a:r>
              <a:rPr sz="2400" spc="-13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17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critical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54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weather</a:t>
            </a:r>
            <a:r>
              <a:rPr sz="2400" spc="-13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400" spc="-2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conditions.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4038600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CGB1201 – JAVA PROGRAMMING –PROJECT REVIEW 2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81000" y="2038350"/>
            <a:ext cx="8229600" cy="685800"/>
          </a:xfrm>
          <a:solidFill>
            <a:schemeClr val="bg2">
              <a:lumMod val="75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IN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 YOU</a:t>
            </a:r>
            <a:endParaRPr lang="en-IN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E540F1-D866-4735-9E65-A1952EADD02D}" type="slidenum">
              <a:rPr lang="en-US" altLang="en-US" smtClean="0"/>
            </a:fld>
            <a:endParaRPr lang="en-US" alt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4038600" cy="376237"/>
          </a:xfrm>
        </p:spPr>
        <p:txBody>
          <a:bodyPr/>
          <a:lstStyle/>
          <a:p>
            <a:pPr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CGB1201 – JAVA PROGRAMMING –PROJECT REVIEW 2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3938</Words>
  <Application>WPS Presentation</Application>
  <PresentationFormat>On-screen Show (16:9)</PresentationFormat>
  <Paragraphs>123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Wingdings 3</vt:lpstr>
      <vt:lpstr>Wingdings</vt:lpstr>
      <vt:lpstr>Calibri</vt:lpstr>
      <vt:lpstr>Times New Roman</vt:lpstr>
      <vt:lpstr>Gill Sans MT</vt:lpstr>
      <vt:lpstr>Microsoft YaHei</vt:lpstr>
      <vt:lpstr>Arial Unicode MS</vt:lpstr>
      <vt:lpstr>Bookman Old Style</vt:lpstr>
      <vt:lpstr>Trebuchet MS</vt:lpstr>
      <vt:lpstr>Microsoft Sans Serif</vt:lpstr>
      <vt:lpstr>Arial MT</vt:lpstr>
      <vt:lpstr>Origin</vt:lpstr>
      <vt:lpstr>CGB1201 – JAVA PROGRAMMING PROJECT REVIEW-2</vt:lpstr>
      <vt:lpstr>TITLE OF THE PROJECT</vt:lpstr>
      <vt:lpstr>AGENDA</vt:lpstr>
      <vt:lpstr>ABSTRACT </vt:lpstr>
      <vt:lpstr>INTRODUCTION</vt:lpstr>
      <vt:lpstr>JAVA PROGRAMMING  - CONCEPTS USED</vt:lpstr>
      <vt:lpstr>PROPOSED ARCHITECTURE</vt:lpstr>
      <vt:lpstr>MODULE DESCRIPTION</vt:lpstr>
      <vt:lpstr>RESULTS AND DISCUSSION</vt:lpstr>
      <vt:lpstr>CONCLUSION</vt:lpstr>
      <vt:lpstr>THANK 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Somes</cp:lastModifiedBy>
  <cp:revision>2</cp:revision>
  <dcterms:created xsi:type="dcterms:W3CDTF">2024-12-02T12:15:19Z</dcterms:created>
  <dcterms:modified xsi:type="dcterms:W3CDTF">2024-12-02T13:21:02Z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93A24ED233414A5DB3E1522A48C13837_13</vt:lpwstr>
  </property>
  <property fmtid="{D5CDD505-2E9C-101B-9397-08002B2CF9AE}" pid="3" name="KSOProductBuildVer">
    <vt:lpwstr>2057-12.2.0.18911</vt:lpwstr>
  </property>
</Properties>
</file>